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40" b="1"/>
            </a:pPr>
            <a:r>
              <a:t>CHW 教職員 Cursor 培訓</a:t>
            </a:r>
          </a:p>
          <a:p>
            <a:pPr>
              <a:defRPr sz="2016"/>
            </a:pPr>
            <a:r>
              <a:t>2026-06-05 · Agentic Workflow</a:t>
            </a:r>
          </a:p>
          <a:p>
            <a:pPr>
              <a:defRPr sz="1584"/>
            </a:pPr>
            <a:r>
              <a:t>迦密聖道中學 Carmel Holy Word Secondary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2-why-cursor-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§0 點解學 Cursor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1-cursor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§1 Cursor 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6-chatbot-to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§2 AI 2026 變革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3-five-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五個核心概念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5-90mi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90 分鐘路線圖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7-activity1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活動一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4-boss-vs-in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Vibe Coding · 老闘 vs 實習文員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8-activity2-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活動二 本機執檔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9-activity3-m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活動三 Marp 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10-closing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總結 · 工作流總設計師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