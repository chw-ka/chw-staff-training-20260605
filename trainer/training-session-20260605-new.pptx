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hyperlink" Target="https://forms.gle/efbJ3VZwB8C5q4Pa7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194560"/>
            <a:ext cx="106984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40" b="1"/>
            </a:pPr>
            <a:r>
              <a:t>CHW 教職員 Cursor 培訓</a:t>
            </a:r>
          </a:p>
          <a:p>
            <a:pPr>
              <a:defRPr sz="2016"/>
            </a:pPr>
            <a:r>
              <a:t>2026-06-05 · Agentic Workflow</a:t>
            </a:r>
          </a:p>
          <a:p>
            <a:pPr>
              <a:defRPr sz="1584"/>
            </a:pPr>
            <a:r>
              <a:t>迦密聖道中學 Carmel Holy Word Secondary School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ig-02-why-cursor-h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4320" y="6446520"/>
            <a:ext cx="11612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8"/>
            </a:pPr>
            <a:r>
              <a:t>§0 點解學 Cursor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ig-01-cursor-interfa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4320" y="6446520"/>
            <a:ext cx="11612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8"/>
            </a:pPr>
            <a:r>
              <a:t>§1 Cursor 介面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ig-06-chatbot-to-ag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4320" y="6446520"/>
            <a:ext cx="11612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8"/>
            </a:pPr>
            <a:r>
              <a:t>§2 AI 2026 變革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ig-03-five-concep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4320" y="6446520"/>
            <a:ext cx="11612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8"/>
            </a:pPr>
            <a:r>
              <a:t>五個核心概念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ig-05-90min-tim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4320" y="6446520"/>
            <a:ext cx="11612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8"/>
            </a:pPr>
            <a:r>
              <a:t>90 分鐘路線圖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ig-07-activity1-work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4320" y="6446520"/>
            <a:ext cx="11612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8"/>
            </a:pPr>
            <a:r>
              <a:t>活動一 Workflow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ig-04-boss-vs-inter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4320" y="6446520"/>
            <a:ext cx="11612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8"/>
            </a:pPr>
            <a:r>
              <a:t>Vibe Coding · 老闘 vs 實習文員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ig-08-activity2-fi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4320" y="6446520"/>
            <a:ext cx="11612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8"/>
            </a:pPr>
            <a:r>
              <a:t>活動二 本機執檔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ig-09-activity3-mar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4320" y="6446520"/>
            <a:ext cx="11612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8"/>
            </a:pPr>
            <a:r>
              <a:t>活動三 Marp 簡報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ig-10-closing-sum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4320" y="6446520"/>
            <a:ext cx="11612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8"/>
            </a:pPr>
            <a:r>
              <a:t>總結 · 工作流總設計師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1E3A5F"/>
                </a:solidFill>
              </a:defRPr>
            </a:pPr>
            <a:r>
              <a:t>課後回饋問卷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371600"/>
            <a:ext cx="9418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64748B"/>
                </a:solidFill>
              </a:defRPr>
            </a:pPr>
            <a:r>
              <a:t>請掃描 QR Code 或開啟下方連結 · 約 3–5 分鐘</a:t>
            </a:r>
          </a:p>
        </p:txBody>
      </p:sp>
      <p:pic>
        <p:nvPicPr>
          <p:cNvPr id="4" name="Picture 3" descr="feedback-form-qrco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2807" y="2103120"/>
            <a:ext cx="2926080" cy="29260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371600" y="5257800"/>
            <a:ext cx="94183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>
                <a:solidFill>
                  <a:srgbClr val="2563EB"/>
                </a:solidFill>
                <a:hlinkClick r:id="rId3"/>
              </a:rPr>
              <a:t>https://forms.gle/efbJ3VZwB8C5q4Pa7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12648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94A3B8"/>
                </a:solidFill>
              </a:defRPr>
            </a:pPr>
            <a:r>
              <a:t>感謝您的寶貴意見 · Carmel Holy Word Secondary School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