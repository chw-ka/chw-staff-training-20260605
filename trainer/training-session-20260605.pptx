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86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hyperlink" Target="https://forms.gle/efbJ3VZwB8C5q4Pa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194560"/>
            <a:ext cx="10698480" cy="1144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40" b="1"/>
            </a:pPr>
            <a:r>
              <a:rPr dirty="0"/>
              <a:t>CHW </a:t>
            </a:r>
            <a:r>
              <a:rPr dirty="0" err="1"/>
              <a:t>教職員</a:t>
            </a:r>
            <a:r>
              <a:rPr lang="en-US" dirty="0"/>
              <a:t> </a:t>
            </a:r>
            <a:r>
              <a:rPr lang="zh-TW" altLang="en-US" b="0" i="0" dirty="0">
                <a:solidFill>
                  <a:srgbClr val="333333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教學與行政自動化工作坊 </a:t>
            </a:r>
            <a:r>
              <a:rPr dirty="0" err="1"/>
              <a:t>培訓</a:t>
            </a:r>
            <a:endParaRPr dirty="0"/>
          </a:p>
          <a:p>
            <a:pPr>
              <a:defRPr sz="2016"/>
            </a:pPr>
            <a:r>
              <a:rPr dirty="0"/>
              <a:t>2026-06-05 · Agentic Workflow</a:t>
            </a:r>
          </a:p>
          <a:p>
            <a:pPr>
              <a:defRPr sz="1584"/>
            </a:pPr>
            <a:r>
              <a:rPr dirty="0" err="1"/>
              <a:t>迦密聖道中學</a:t>
            </a:r>
            <a:r>
              <a:rPr dirty="0"/>
              <a:t> Carmel Holy Word Secondary School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-02-why-cursor-h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8"/>
            </a:pPr>
            <a:r>
              <a:t>§0 點解學 Cursor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-01-cursor-inte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8"/>
            </a:pPr>
            <a:r>
              <a:t>§1 Cursor 介面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-06-chatbot-to-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8"/>
            </a:pPr>
            <a:r>
              <a:t>§2 AI 2026 變革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-03-five-concep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8"/>
            </a:pPr>
            <a:r>
              <a:t>五個核心概念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-05-90min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8"/>
            </a:pPr>
            <a:r>
              <a:t>90 分鐘路線圖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-07-activity1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8"/>
            </a:pPr>
            <a:r>
              <a:t>活動一 Workflow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-04-boss-vs-int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8"/>
            </a:pPr>
            <a:r>
              <a:t>Vibe Coding · 老闘 vs 實習文員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-08-activity2-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8"/>
            </a:pPr>
            <a:r>
              <a:t>活動二 本機執檔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-09-activity3-mar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8"/>
            </a:pPr>
            <a:r>
              <a:t>活動三 靜態網站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-10-closing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8"/>
            </a:pPr>
            <a:r>
              <a:t>總結 · 工作流總設計師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E3A5F"/>
                </a:solidFill>
              </a:defRPr>
            </a:pPr>
            <a:r>
              <a:t>課後回饋問卷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748B"/>
                </a:solidFill>
              </a:defRPr>
            </a:pPr>
            <a:r>
              <a:t>請掃描 QR Code 或開啟下方連結 · 約 3–5 分鐘</a:t>
            </a:r>
          </a:p>
        </p:txBody>
      </p:sp>
      <p:pic>
        <p:nvPicPr>
          <p:cNvPr id="4" name="Picture 3" descr="feedback-form-qr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960" y="2103120"/>
            <a:ext cx="2926080" cy="2926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525780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2563EB"/>
                </a:solidFill>
                <a:hlinkClick r:id="rId3"/>
              </a:rPr>
              <a:t>https://forms.gle/efbJ3VZwB8C5q4Pa7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感謝您的寶貴意見 · Carmel Holy Word Secondary School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50</Words>
  <Application>Microsoft Office PowerPoint</Application>
  <PresentationFormat>寬螢幕</PresentationFormat>
  <Paragraphs>13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5" baseType="lpstr">
      <vt:lpstr>Noto Sans TC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KA</cp:lastModifiedBy>
  <cp:revision>2</cp:revision>
  <dcterms:created xsi:type="dcterms:W3CDTF">2013-01-27T09:14:16Z</dcterms:created>
  <dcterms:modified xsi:type="dcterms:W3CDTF">2026-06-05T03:59:36Z</dcterms:modified>
  <cp:category/>
</cp:coreProperties>
</file>