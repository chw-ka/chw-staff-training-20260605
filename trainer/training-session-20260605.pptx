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40" b="1"/>
            </a:pPr>
            <a:r>
              <a:t>CHW 教職員 Cursor 培訓</a:t>
            </a:r>
          </a:p>
          <a:p>
            <a:pPr>
              <a:defRPr sz="2016"/>
            </a:pPr>
            <a:r>
              <a:t>2026-06-05 · Agentic Workflow</a:t>
            </a:r>
          </a:p>
          <a:p>
            <a:pPr>
              <a:defRPr sz="1584"/>
            </a:pPr>
            <a:r>
              <a:t>迦密聖道中學 Carmel Holy Word Secondary School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-02-why-cursor-h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8"/>
            </a:pPr>
            <a:r>
              <a:t>§0 點解學 Cursor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-01-cursor-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8"/>
            </a:pPr>
            <a:r>
              <a:t>§1 Cursor 介面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-06-chatbot-to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8"/>
            </a:pPr>
            <a:r>
              <a:t>§2 AI 2026 變革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-03-five-concep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8"/>
            </a:pPr>
            <a:r>
              <a:t>五個核心概念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-05-90min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8"/>
            </a:pPr>
            <a:r>
              <a:t>90 分鐘路線圖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-07-activity1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8"/>
            </a:pPr>
            <a:r>
              <a:t>活動一 Workflow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-04-boss-vs-in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8"/>
            </a:pPr>
            <a:r>
              <a:t>Vibe Coding · 老闘 vs 實習文員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-08-activity2-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8"/>
            </a:pPr>
            <a:r>
              <a:t>活動二 本機執檔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-09-activity3-ma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8"/>
            </a:pPr>
            <a:r>
              <a:t>活動三 靜態網站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-10-closing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8"/>
            </a:pPr>
            <a:r>
              <a:t>總結 · 工作流總設計師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